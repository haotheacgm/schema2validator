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8288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SCHEMA-DRIVEN VALIDATOR GENERATOR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把標籤規則編譯成 C++98 驗證器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用一份 Schema 描述格式規則,自動產生「純 if-else」的驗證程式碼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 w="19050">
            <a:solidFill>
              <a:srgbClr val="55B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297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5B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94760" y="42976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4297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gen.py  產生器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4297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766560" y="42976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4297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validator.cpp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要解決的問題:驗證自訂標籤格式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12080" cy="457200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2646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2646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42646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350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4901184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&lt;PROGRAM&gt;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P_NAME=P1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[VAR_SECTOR_START]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&lt;VAR&gt;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V_NAME=alpha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&lt;/VAR&gt;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[VAR_SECTOR_END]</a:t>
            </a:r>
            <a:endParaRPr lang="en-US" sz="15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&lt;/PROGRAM&gt;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必須驗證的規則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08483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8928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P_NAME 必須存在於 PROGRAM 內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且值需符合指定格式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304495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8529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VAR_SECTOR 區段必須存在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數量不可超過一個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400507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8130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VAR 需有 V_NAME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同區段內不可重名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466344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965192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7731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 / 區段必須正確配對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不可未關閉或交錯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規則會越來越多 — 直接手刻 if-else 很快就無法維護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核心想法:規則用 Schema 描述,在 build-time 編成 if-else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做法 A — Runtime 直譯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通用引擎在「執行時」讀 schema、逐條比對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需要一個直譯器常駐在輸出裡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輸出含引擎、較難稽核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13334A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554480"/>
            <a:ext cx="109728" cy="33832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做法 B — Build-time 編譯  </a:t>
            </a:r>
            <a:pPr indent="0" marL="0">
              <a:buNone/>
            </a:pPr>
            <a:r>
              <a:rPr lang="en-US" sz="2000" b="1" dirty="0">
                <a:solidFill>
                  <a:srgbClr val="55D9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產生器在「產碼時」讀 schema,把規則攤平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輸出是不含引擎、自足的 if-else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每個判斷掛錯誤碼,可逐條對照稽核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本質上是一個小型編譯器:Schema 是來源語言,C++98 是目標語言。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55B8F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架構與資料流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63040"/>
            <a:ext cx="3200400" cy="91440"/>
          </a:xfrm>
          <a:prstGeom prst="rect">
            <a:avLst/>
          </a:prstGeom>
          <a:solidFill>
            <a:srgbClr val="55B8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schema.json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/ Attribute 規則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463040"/>
            <a:ext cx="777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5B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63040"/>
            <a:ext cx="3200400" cy="91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gen.py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讀規則 → 吐程式碼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1463040"/>
            <a:ext cx="777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778240" y="1463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1463040"/>
            <a:ext cx="320040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validator.cpp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77824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 if-else + harness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只在開發機執行  ↑                           交付物 (C++98)  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validator.cpp 內部流程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B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讀檔 / 切詞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61488" y="40690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3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816352" y="40690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5351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B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907792" y="46177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建立範圍樹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0690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3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809744" y="40690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4690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01184" y="46177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結構檢查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(配對・未關閉)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48272" y="40690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3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803136" y="40690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029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94576" y="46177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語意檢查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(if-else 規則)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41664" y="40690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3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796528" y="406908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9336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B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887968" y="46177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列出所有錯誤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結構與語意分開:結構壞了就建不出樹,語意檢查也無從談起。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怎麼寫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126480" cy="452628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7218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7218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47218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80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58155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"PROGRAM":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"start": "&lt;PROGRAM&gt;",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"end":   "&lt;/PROGRAM&gt;",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"attributes":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"P_NAME": { "required": true,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"pattern": "^P[0-9]+$"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"VAR_SECTOR": { "min": 1, "max": 1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"VAR":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"start": "&lt;VAR&gt;", "end": "&lt;/VAR&gt;",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"attributes":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"V_NAME": { "required": true,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"unique": true } }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167335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563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/ 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19476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宣告分隔字串。可混用 &lt;&gt; 與 [],解析器只比對字面字串(已拿掉 kind)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907792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3163824"/>
            <a:ext cx="164592" cy="164592"/>
          </a:xfrm>
          <a:prstGeom prst="ellipse">
            <a:avLst/>
          </a:prstGeom>
          <a:solidFill>
            <a:srgbClr val="55B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3054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343814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必填 · pattern 值格式 · unique 同範圍不重複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03720" y="4398264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465429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492861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最少 · max 最多(min:1,max:1 = 恰好一個)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產出的就是「純 if-else」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411480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7218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7218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47218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3807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matchStart()  — 由 start/end 產生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517550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整行字串 -&gt; 節點名稱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matchStart(string s, string&amp; name){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if(s=="&lt;PROGRAM&gt;")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{name="PROGRAM";   return 1;}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if(s=="[VAR_SECTOR_START]")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{name="VAR_SECTOR";return 1;}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if(s=="&lt;VAR&gt;")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{name="VAR";       return 1;}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349240" cy="411480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47218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147218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6830568" y="147218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380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check_VAR()  — required + unique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1783080"/>
            <a:ext cx="503834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check_VAR(const Node* node){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errs = 0;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E006: V_NAME 必填 */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if(hasAttr(node,"V_NAME")==0){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reportError(line,"E006",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"缺少必要屬性 V_NAME"); errs++;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E007: V_NAME 須唯一 */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if(hasEarlierSiblingSameAttr(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node,"V_NAME")==1){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reportError(line,"E007",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"V_NAME 值重複"); errs++;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errs;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if 都掛著錯誤碼與規則註解 — 可直接對照 schema 稽核。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55B8F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連 Regex 都編成 if-else(C++98 無需 &lt;regex&gt;)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^P[0-9]+$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03320" y="21031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7086600" cy="411480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47218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47218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5093208" y="147218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38074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matchAttr_PROGRAM_P_NAME()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0872" y="1783080"/>
            <a:ext cx="677570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match(const char* s){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 = 0;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字面 'P'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char c=s[i]; if(!(c=='P')) return 0;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i=i+1;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類別 [0-9] 量詞 +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char c=s[i];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if(!(c&gt;='0'&amp;&amp;c&lt;='9')) return 0; i=i+1;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c=s[i];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5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while(c&gt;='0'&amp;&amp;c&lt;='9'){i=i+1;c=s[i];}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C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if(s[i]!='\0') return 0;  // 錨點 $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1;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量詞 + * ? 的掃描用一個 while(務實派);所有「結構規則」本身仍是純 if-else。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55D98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實測結果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30168" cy="3931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934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0934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60934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1790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./validator good.txt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64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5D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OK: 文件合法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 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630168" cy="3931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60934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60934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4910328" y="160934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51790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./validator bad.txt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264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[E001] 缺 P_NAME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[E004] VAR_SECTOR 過多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[E006] 缺 V_NAME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[E005] VAR 不足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共 4 個錯誤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630168" cy="393192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60934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160934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8705088" y="160934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51790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./validator dup.txt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2011680"/>
            <a:ext cx="3264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[E007] V_NAME 重複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(同區段不可重名)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共 1 個錯誤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一次列出所有錯誤(不在第一個就停),每筆都帶錯誤碼與行號。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這個設計的好處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8191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007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270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純 if-else 規則,易讀易稽核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1874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每個判斷對應一條 schema 規則與一個錯誤碼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14016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578608"/>
            <a:ext cx="548640" cy="548640"/>
          </a:xfrm>
          <a:prstGeom prst="ellipse">
            <a:avLst/>
          </a:prstGeom>
          <a:solidFill>
            <a:srgbClr val="55B8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6974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5237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C++98、規則段無 STL 依賴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28712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適合舊工具鏈或嵌入式;harness 可換成 C 陣列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410712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575304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941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加規則 = 改 schema,不碰 C++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3867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重跑產生器即可,規則邏輯集中在一處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407408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rgbClr val="55D9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6908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結構與語意分離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691640" y="4864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錯誤一次全列出,附行號與範圍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5404104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1B274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568696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68756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分隔符完全由 schema 宣告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69164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已移除 kind;&lt;&gt; 與 [] 可自由混用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310896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; }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77240" y="640080"/>
            <a:ext cx="201168" cy="45720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5669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開始使用 · 下一步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6766560" cy="1965960"/>
          </a:xfrm>
          <a:prstGeom prst="rect">
            <a:avLst/>
          </a:prstGeom>
          <a:solidFill>
            <a:srgbClr val="0B1220"/>
          </a:solidFill>
          <a:ln w="12700">
            <a:solidFill>
              <a:srgbClr val="2430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700784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70078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344168" y="1700784"/>
            <a:ext cx="100584" cy="100584"/>
          </a:xfrm>
          <a:prstGeom prst="ellipse">
            <a:avLst/>
          </a:prstGeom>
          <a:solidFill>
            <a:srgbClr val="55D98A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6093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A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6455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gen.py schema.json validator.cpp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g++ -std=c++98 -o validator validator.cpp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./validator data.txt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可再擴充的方向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pattern:選擇 |、群組 ()、否定類別 [^...]、簡寫 \d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document-wide unique(跨範圍唯一性)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強制 start/end 形式、屬性出現次數與順序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嵌入式版本:harness 改用 C 陣列、零動態配置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Schema → C++98 Validator</dc:title>
  <dc:subject>PptxGenJS Presentation</dc:subject>
  <dc:creator>Validator Generator</dc:creator>
  <cp:lastModifiedBy>Validator Generator</cp:lastModifiedBy>
  <cp:revision>1</cp:revision>
  <dcterms:created xsi:type="dcterms:W3CDTF">2026-05-29T03:24:50Z</dcterms:created>
  <dcterms:modified xsi:type="dcterms:W3CDTF">2026-05-29T03:24:50Z</dcterms:modified>
</cp:coreProperties>
</file>